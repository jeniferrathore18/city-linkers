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E4C28-1CCD-4BA8-BEA1-38EAB4DEFEC0}" v="1" dt="2025-10-09T15:38:2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879938" y="1558355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82296"/>
            <a:ext cx="8534400" cy="1476059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Details and Problem Statement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75180" y="-643781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8051" y="1487175"/>
            <a:ext cx="8291507" cy="4163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000" dirty="0"/>
              <a:t>SIH25259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/>
              <a:t>Recovery and reuse of Fresh water resources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000" dirty="0"/>
              <a:t>Clean &amp; Green Technology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Intellicraft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68880" y="0"/>
            <a:ext cx="6153912" cy="46634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 blockchain enabled smart water reuse and monitoring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91067" y="974513"/>
            <a:ext cx="5350782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Proposed solution:</a:t>
            </a:r>
          </a:p>
          <a:p>
            <a:endParaRPr lang="en-US" sz="2000" u="sng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propose a Blockchain and IoT-based system to monitor, record, and promote reuse of freshwater resources at domestic, industrial, and municipal levels.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system combines smart water sensors, IoT devices, and AI analytics to track usage, wastage, and reuse potential.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Blockchain integration ensures transparent and tamper-proof records of water data, consumption logs, and reuse metrics.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mobile/web dashboard displays real-time statistics, alerts, and water-quality indicators for users and authorities.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app provides reuse suggestions (e.g., use treated greywater for gardening, cooling systems, or flushing).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578"/>
            <a:ext cx="16636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Intellicraft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B21F76-A7B3-0418-E02A-7CD1D7DA0E6B}"/>
              </a:ext>
            </a:extLst>
          </p:cNvPr>
          <p:cNvSpPr txBox="1"/>
          <p:nvPr/>
        </p:nvSpPr>
        <p:spPr>
          <a:xfrm>
            <a:off x="6095999" y="1549469"/>
            <a:ext cx="57302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Cloud data storage allows multi-level access for citizens, communities, and municipal bodies.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AI-based analysis helps predict water demand and identify high-consumption zones for better planning.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Users are rewarded for sustainable behaviour through a digital points system, encouraging active participation.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system enables transparency, accountability, and efficient resource management.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Aligns with UN Sustainable Development Goal 6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Clean Water and Sanitation and supports India’s Jal Jeevan Mission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0933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Intellicraft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599798-5F27-4EFB-299B-25539AF5B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91" y="1179965"/>
            <a:ext cx="10140696" cy="4967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36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Intellicraft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15A9B1-F029-73E6-DF08-73578A9AB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23674"/>
              </p:ext>
            </p:extLst>
          </p:nvPr>
        </p:nvGraphicFramePr>
        <p:xfrm>
          <a:off x="5029200" y="1284686"/>
          <a:ext cx="6886998" cy="43754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95666">
                  <a:extLst>
                    <a:ext uri="{9D8B030D-6E8A-4147-A177-3AD203B41FA5}">
                      <a16:colId xmlns:a16="http://schemas.microsoft.com/office/drawing/2014/main" val="1943590278"/>
                    </a:ext>
                  </a:extLst>
                </a:gridCol>
                <a:gridCol w="2295666">
                  <a:extLst>
                    <a:ext uri="{9D8B030D-6E8A-4147-A177-3AD203B41FA5}">
                      <a16:colId xmlns:a16="http://schemas.microsoft.com/office/drawing/2014/main" val="1752294790"/>
                    </a:ext>
                  </a:extLst>
                </a:gridCol>
                <a:gridCol w="2295666">
                  <a:extLst>
                    <a:ext uri="{9D8B030D-6E8A-4147-A177-3AD203B41FA5}">
                      <a16:colId xmlns:a16="http://schemas.microsoft.com/office/drawing/2014/main" val="1022872542"/>
                    </a:ext>
                  </a:extLst>
                </a:gridCol>
              </a:tblGrid>
              <a:tr h="443007">
                <a:tc>
                  <a:txBody>
                    <a:bodyPr/>
                    <a:lstStyle/>
                    <a:p>
                      <a:r>
                        <a:rPr lang="en-IN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719509"/>
                  </a:ext>
                </a:extLst>
              </a:tr>
              <a:tr h="1092345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Sensor malfunction or inaccuracy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Incorrect reading may affect reuse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high quality IoT sensors with periodic calibration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929773"/>
                  </a:ext>
                </a:extLst>
              </a:tr>
              <a:tr h="1420049">
                <a:tc>
                  <a:txBody>
                    <a:bodyPr/>
                    <a:lstStyle/>
                    <a:p>
                      <a:r>
                        <a:rPr lang="en-IN" dirty="0"/>
                        <a:t>Data security and privacy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Unauthorized access to water consumption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ensures tamper proof and transparent data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85007"/>
                  </a:ext>
                </a:extLst>
              </a:tr>
              <a:tr h="1420049">
                <a:tc>
                  <a:txBody>
                    <a:bodyPr/>
                    <a:lstStyle/>
                    <a:p>
                      <a:r>
                        <a:rPr lang="en-IN" dirty="0"/>
                        <a:t>Connectivity issues in rural/low network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time monitoring may get delayed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Enable offline data buffering auto-sync once connectivity is restored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065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1912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518310"/>
            <a:ext cx="5766227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POTENTIAL IMPACT ON TARGETED AUDIENCE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lvl="0" algn="just"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 USERS / HOUSEHOLDS:</a:t>
            </a:r>
          </a:p>
          <a:p>
            <a:pPr lvl="0" algn="just"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  Real-time insights on water consumption and reuse efficiency.</a:t>
            </a:r>
          </a:p>
          <a:p>
            <a:pPr lvl="0" algn="just"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  Encourages responsible usage through alerts and reward-based motivation.</a:t>
            </a:r>
          </a:p>
          <a:p>
            <a:pPr lvl="0" algn="just">
              <a:defRPr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 GOVERNMENT &amp; AUTHORITIES:</a:t>
            </a:r>
          </a:p>
          <a:p>
            <a:pPr lvl="0" algn="just"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  Ensures transparency and accountability through blockchain-based data logging.</a:t>
            </a:r>
          </a:p>
          <a:p>
            <a:pPr lvl="0" algn="just"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  Helps monitor progress of Jal Jeevan Mission and SDG 6 (Clean Water &amp; Sanitation) targets.</a:t>
            </a:r>
          </a:p>
          <a:p>
            <a:pPr lvl="0" algn="just">
              <a:defRPr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 SOCIETY &amp; ENVIRONMENT:</a:t>
            </a:r>
          </a:p>
          <a:p>
            <a:pPr lvl="0" algn="just"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  Decreases groundwater exploitation and improves long-term availability.</a:t>
            </a:r>
          </a:p>
          <a:p>
            <a:pPr lvl="0" algn="just"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  Encourages the development of smart, eco-friendly cities.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270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Intellicraft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E9E2E6-C91E-EC9E-ACAE-06873E87CAA9}"/>
              </a:ext>
            </a:extLst>
          </p:cNvPr>
          <p:cNvSpPr txBox="1"/>
          <p:nvPr/>
        </p:nvSpPr>
        <p:spPr>
          <a:xfrm>
            <a:off x="6574536" y="1518310"/>
            <a:ext cx="554126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  <a:p>
            <a:endParaRPr lang="en-IN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Our solution delivers social, environmental, and economic value by combining technology with sustainability:</a:t>
            </a: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Efficiency: Real-time monitoring for smarter resource allocation.</a:t>
            </a: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Sustainability: Promotes circular water usage and conservation.</a:t>
            </a: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Transparency: Blockchain ensures secure, tamper-proof data.</a:t>
            </a: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Affordability: Low-cost IoT setup and minimal maintenance.</a:t>
            </a: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Scalability: Can be implemented across homes, societies, and industries.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36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Intellicraft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7604</TotalTime>
  <Words>523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A blockchain enabled smart water reuse and monitoring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Sanskriti Vijay</cp:lastModifiedBy>
  <cp:revision>149</cp:revision>
  <dcterms:created xsi:type="dcterms:W3CDTF">2013-12-12T18:46:50Z</dcterms:created>
  <dcterms:modified xsi:type="dcterms:W3CDTF">2025-10-09T15:40:44Z</dcterms:modified>
  <cp:category/>
</cp:coreProperties>
</file>